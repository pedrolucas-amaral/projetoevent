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9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7478"/>
            <a:ext cx="8029575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78397"/>
            <a:ext cx="3188642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35597"/>
            <a:ext cx="6370483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lus Jakarta Sans"/>
              </a:rPr>
              <a:t>EventSpace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96567"/>
            <a:ext cx="80295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Plataforma Web de Gestão Centralizada e Agendamento para Espaços de Eventos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249834"/>
            <a:ext cx="1110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317503"/>
            <a:ext cx="857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Metodologia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Scrum Ágil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350" y="4317503"/>
            <a:ext cx="118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Nicho de Mercado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Festas &amp; Eventos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7050" y="4317503"/>
            <a:ext cx="13049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Última Atualização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04/09/2026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48515" y="2028825"/>
            <a:ext cx="5751968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FFFFF"/>
                </a:solidFill>
                <a:latin typeface="Plus Jakarta Sans"/>
              </a:rPr>
              <a:t>Organização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3500" y="3038475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0750" y="3305175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7D2FE"/>
                </a:solidFill>
                <a:latin typeface="Inter"/>
              </a:rPr>
              <a:t>Estrutura do time Scrum, atribuições de papéis e contextualização dos desafios operacionais do setor de eventos.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4575"/>
            <a:ext cx="2590800" cy="2943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314575"/>
            <a:ext cx="2590800" cy="2943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14575"/>
            <a:ext cx="2590800" cy="2943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314575"/>
            <a:ext cx="2590800" cy="2943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590800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257550"/>
            <a:ext cx="2038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76625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Kellyson Souza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38575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Responsável pelo direcionamento estratégico do produto, definição de backlog e alinhamento do valor de negócio.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7125" y="259080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67125" y="3257550"/>
            <a:ext cx="2038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SCRUM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476625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César Augusto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25" y="3838575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Garantidor da metodologia ágil Scrum, facilitando rituais e removendo impedimentos da equipe dev.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590800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86525" y="3257550"/>
            <a:ext cx="2038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DEV &amp; BANCO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476625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Pedro Henrique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838575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Atuação no desenvolvimento Back-end, modelagem do banco de dados e arquitetura das APIs principais.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5925" y="2590800"/>
            <a:ext cx="476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05925" y="3257550"/>
            <a:ext cx="2038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DEV FULL-STACK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5925" y="3476625"/>
            <a:ext cx="21402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Pedro Lucas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5925" y="3838575"/>
            <a:ext cx="2038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Desenvolvimento da interface Front-end e integração contínua com os serviços Back-end da aplicação.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724150"/>
            <a:ext cx="26670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6187" y="2724150"/>
            <a:ext cx="23812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4162" y="2724150"/>
            <a:ext cx="18097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0700" y="2724150"/>
            <a:ext cx="26670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Equipe e Papéis Scrum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4612"/>
            <a:ext cx="537210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614612"/>
            <a:ext cx="5372100" cy="2343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348037"/>
            <a:ext cx="49806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Conflito Operacional e Falha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729037"/>
            <a:ext cx="4743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forte dependência de agendamentos manuais via planilhas e mensagens informais gera constantes erros operacionais, resultando em sobreposição de datas e reservas duplicadas para o mesmo espaço.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348037"/>
            <a:ext cx="49806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Impacto Social e Insegurança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729037"/>
            <a:ext cx="4743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falta de transparência sobre preços e disponibilidade real gera assimetria de informação. Contratantes e famílias enfrentam insegurança contratual e barreiras na hora de planejar seus eventos.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957512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2957512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 Problema de Negócio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712"/>
            <a:ext cx="3530500" cy="2266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652712"/>
            <a:ext cx="3530649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652712"/>
            <a:ext cx="3530500" cy="2266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928937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595687"/>
            <a:ext cx="312695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Gestores &amp; Proprietários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57637"/>
            <a:ext cx="297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Donos de salões de festas, sítios e casas de eventos que buscam eliminar erros na agenda e profissionalizar a operação.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825" y="2928937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825" y="3595687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Organizadores de Eventos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3957637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Buffets, cerimonialistas e planejadores que demandam previsibilidade e rapidez na consulta de datas livres.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075" y="2928937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075" y="3595687"/>
            <a:ext cx="312695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Clientes Finais &amp; Famílias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075" y="3957637"/>
            <a:ext cx="297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Contratantes que exigem clareza nos valores, regras de uso transparentes e garantia de reserva sem surpresas.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062287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463" y="3062287"/>
            <a:ext cx="18097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0850" y="3062287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Stakeholders Principais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76437"/>
            <a:ext cx="564070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Automação e Controle Unificado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57437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Plataforma web responsiva criada para automatizar todo o fluxo de agendamento e mitigar falhas humanas.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76437"/>
            <a:ext cx="53721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0125" y="3005137"/>
            <a:ext cx="4943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Sem Conflitos: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Algoritmo automatizado que impede duplicidade de reservas com validação em tempo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62362"/>
            <a:ext cx="4943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Métricas Financeiras: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Painel intuitivo com taxa de ocupação e histórico financeiro.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319587"/>
            <a:ext cx="4943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Transparência Total: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Cadastro unificado de clientes, pacotes e regras do espaço.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19425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76650"/>
            <a:ext cx="13335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33875"/>
            <a:ext cx="152400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 Solução EventSpace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4175"/>
            <a:ext cx="3530500" cy="2266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924175"/>
            <a:ext cx="3530649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924175"/>
            <a:ext cx="3530500" cy="2266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81250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Metodologias aplicadas pela equipe Scrum para definição precisa do escopo do MVP: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200400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867150"/>
            <a:ext cx="312695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Pesquisa de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229100"/>
            <a:ext cx="297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Análise aprofundada das dores do nicho de festas e eventos para mapear gargalos na gestão e atendimento.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825" y="3200400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6825" y="3867150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Brainstorming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825" y="4229100"/>
            <a:ext cx="297819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Sessões ativas com o time para priorização de ideias e construção conjunta de soluções viáveis.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075" y="3200400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075" y="3867150"/>
            <a:ext cx="312695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Mapeamento de Fluxo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075" y="4229100"/>
            <a:ext cx="297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Desenho detalhado do fluxo de reserva desde a consulta de datas até a confirmação pelo Administrador.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3333750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0175" y="3333750"/>
            <a:ext cx="20955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425" y="3333750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Técnicas de Elicitação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800725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Delimitação de Escopo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190625"/>
            <a:ext cx="58007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Visão do MVP vs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552575"/>
            <a:ext cx="5524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Dentro do Escopo (MVP):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Autenticação JWT segura, Gestão de Serviços/Regras, Calendário interativo anti-conflito e Painel com indicadores de ocupação.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436316"/>
            <a:ext cx="5524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Fora do Escopo (Futuro):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Pagamento Online direto por API (PIX/Cartão), Assinatura Eletrônica de Contratos em PDF e Módulo de Notificações por SMS/WhatsApp.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7406"/>
            <a:ext cx="11049000" cy="335756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16931"/>
          <a:ext cx="11029948" cy="333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94520"/>
                <a:gridCol w="6492180"/>
                <a:gridCol w="1943248"/>
              </a:tblGrid>
              <a:tr h="5564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Módulo / Funcionalidade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Descrição da Capacidade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Status do Escopo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Gestão de Usuários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Login, cadastro e autenticação JWT para Administrador e Cliente.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MVP (In Scope)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Agendamento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Calendário interativo com validação automática anti-conflito de datas.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MVP (In Scope)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Painel Inicial (Dashboard)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Indicadores de ocupação, faturamento estimado e histórico de reservas.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MVP (In Scope)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64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Pagamento Online Direct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Integração de pagamentos via PIX/Cartão por API (Registro inicial manual).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Versão Futura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642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Assinatura Eletrônica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Geração automatizada e assinatura de contratos digitais em PDF.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Versão Futura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26518"/>
            <a:ext cx="259452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75545" y="2626518"/>
            <a:ext cx="649218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67726" y="2626518"/>
            <a:ext cx="194324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202781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5545" y="3202781"/>
            <a:ext cx="6492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67726" y="3202781"/>
            <a:ext cx="1943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764756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5545" y="3764756"/>
            <a:ext cx="6492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67726" y="3764756"/>
            <a:ext cx="1943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326731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5545" y="4326731"/>
            <a:ext cx="6492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67726" y="4326731"/>
            <a:ext cx="1943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888706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5545" y="4888706"/>
            <a:ext cx="6492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67726" y="4888706"/>
            <a:ext cx="1943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226" y="2807493"/>
            <a:ext cx="106680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226" y="3369468"/>
            <a:ext cx="10668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226" y="3931443"/>
            <a:ext cx="10668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226" y="4493418"/>
            <a:ext cx="1000125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226" y="5055393"/>
            <a:ext cx="1000125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Matriz de Escopo do Projeto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886075"/>
            <a:ext cx="10620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Autenticação e Usuários (RF001 a RF005):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Cadastro com perfis diferenciados (Admin e Cliente), validação de e-mail único, login seguro, edição de perfil e recuperação de senha. </a:t>
            </a:r>
            <a:r>
              <a:rPr b="0" sz="1275" i="1" u="none">
                <a:solidFill>
                  <a:srgbClr val="475569"/>
                </a:solidFill>
                <a:latin typeface="Inter"/>
              </a:rPr>
              <a:t>(Prioridade: Alta / Média)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543300"/>
            <a:ext cx="10620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Reservas e Disponibilidade (RF006 a RF011):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Calendário interativo em tempo real, solicitação de reserva, bloqueio automático de sobreposição de agenda, aprovação/recusa pelo Admin e cancelamento. </a:t>
            </a:r>
            <a:r>
              <a:rPr b="0" sz="1275" i="1" u="none">
                <a:solidFill>
                  <a:srgbClr val="475569"/>
                </a:solidFill>
                <a:latin typeface="Inter"/>
              </a:rPr>
              <a:t>(Prioridade: Alta)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200525"/>
            <a:ext cx="10620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Gestão do Espaço e Regras (RF012 a RF015):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Cadastro detalhado das características do espaço (capacidade, estrutura, fotos), exibição de termos no agendamento e notificações por e-mail. </a:t>
            </a:r>
            <a:r>
              <a:rPr b="0" sz="1275" i="1" u="none">
                <a:solidFill>
                  <a:srgbClr val="475569"/>
                </a:solidFill>
                <a:latin typeface="Inter"/>
              </a:rPr>
              <a:t>(Prioridade: Alta / Média)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0362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57587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14812"/>
            <a:ext cx="133350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Requisitos Funcionais (Sprint 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1287"/>
            <a:ext cx="5372100" cy="220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12615" y="3209925"/>
            <a:ext cx="228986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0" sz="6750" i="0" u="none">
                <a:solidFill>
                  <a:srgbClr val="FFFFFF"/>
                </a:solidFill>
                <a:latin typeface="Plus Jakarta Sans ExtraBold"/>
              </a:rPr>
              <a:t>≤ 1.5s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3562" y="4162425"/>
            <a:ext cx="2847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7D2FE"/>
                </a:solidFill>
                <a:latin typeface="Inter SemiBold"/>
              </a:rPr>
              <a:t>Tempo de Resposta do Calendário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2681287"/>
            <a:ext cx="564070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F46E5"/>
                </a:solidFill>
                <a:latin typeface="Plus Jakarta Sans SemiBold"/>
              </a:rPr>
              <a:t>Requisitos Não Funcionais (RNFs)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062287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Desempenho &amp; Confiabilidade: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Suporte a no mínimo 50 acessos simultâneos e zero ocorrência de sobreposição de datas no banco de dados (RNF001 - RNF004).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748087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Segurança &amp; Usabilidade: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Autenticação via JWT, criptografia Hash Bcrypt, interface responsiva para Web/Mobile e conformidade com privacidade (RNF005 - RNF008).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4433887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Arquitetura: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Aplicação 100% Web com Arquitetura Limpa, desenvolvimento iterativo no modelo Scrum e nuvem gratuita.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Qualidade e Restrições Técnicas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4167187"/>
            <a:ext cx="512445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201" y="2100262"/>
            <a:ext cx="2019448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31335" y="2557462"/>
            <a:ext cx="7129328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Obrigado pela atenção!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3575" y="3471862"/>
            <a:ext cx="83248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EventSpace Manager • Sistema de Gestão e Agendamento para Espaços de Eventos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601" y="2171700"/>
            <a:ext cx="1110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10050" y="4367212"/>
            <a:ext cx="17335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Engenharia de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4367212"/>
            <a:ext cx="1752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Metodologia Ágil Scrum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300" y="4386262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4386262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194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81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623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694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https://thegem.ca/wp-content/uploads/sites/37068/2025/06/indoor-ceremony-space-the-gem-canmore-1.jpg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028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thegem.ca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338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409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https://digitvent.com/img/dashboard.jpg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743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digitvent.com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