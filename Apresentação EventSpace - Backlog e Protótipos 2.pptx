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embeddedFontLst>
    <p:embeddedFont>
      <p:font typeface="Plus Jakarta Sans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96024B-EC67-450F-B254-2D1920F85ABA}" v="2" dt="2026-10-07T11:21:59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788098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788098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64902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860202"/>
            <a:ext cx="9101137" cy="1708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EventSpace — Plataforma Inteligente de Espaços para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59398"/>
            <a:ext cx="7334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Detalhamento do Backlog, Critérios de Aceite, Definição de Pronto e Protótipos do Sistema.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398240"/>
            <a:ext cx="32206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Plus Jakarta Sans"/>
              </a:rPr>
              <a:t>APRESENTAÇÃO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5064323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5273873"/>
            <a:ext cx="1352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30/09/2026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064323"/>
            <a:ext cx="5000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EQUIPE DE DESENVOLVIMENTO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273873"/>
            <a:ext cx="5000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Pedro Lucas • Pedro Henrique • Cesar • Kellyson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476750"/>
            <a:ext cx="10972800" cy="876300"/>
          </a:xfrm>
          <a:prstGeom prst="roundRect">
            <a:avLst>
              <a:gd name="adj" fmla="val 869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82598" y="2524125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04202" y="2524125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476750"/>
            <a:ext cx="381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23" y="2800350"/>
            <a:ext cx="3048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427" y="2800350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VISÃO GERAL DO PRODUTO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Arquitetura Funcional do EventSpace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667250"/>
            <a:ext cx="113157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Objetivo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943475"/>
            <a:ext cx="113157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3A8A"/>
                </a:solidFill>
                <a:latin typeface="Plus Jakarta Sans"/>
              </a:rPr>
              <a:t>Centralizar reservas, eliminar burocracia física e incorporar simulação 3D, IA e EcoEvent Index.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8823" y="3219450"/>
            <a:ext cx="150073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Épicos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Estratégicos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58823" y="3533775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Da gestão operacional à inovação em IA e sustentabilidade.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427" y="3219450"/>
            <a:ext cx="95994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User Stories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427" y="3533775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Priorização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focada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em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valor de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negócio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e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experiência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do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usuário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4732"/>
            <a:ext cx="5372100" cy="1649610"/>
          </a:xfrm>
          <a:prstGeom prst="roundRect">
            <a:avLst>
              <a:gd name="adj" fmla="val 69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94732"/>
            <a:ext cx="5372100" cy="1649610"/>
          </a:xfrm>
          <a:prstGeom prst="roundRect">
            <a:avLst>
              <a:gd name="adj" fmla="val 69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3409057"/>
            <a:ext cx="1000125" cy="2476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24625" y="3409057"/>
            <a:ext cx="1057275" cy="2476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PARTE 1 — PEDRO LUCAS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Gestão de Clientes e Vitrine de Anúncios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09107"/>
            <a:ext cx="622577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Cadastro de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190107"/>
            <a:ext cx="59293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Centralização de dados do cliente.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809107"/>
            <a:ext cx="56673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Vitrine de Anúncios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4190107"/>
            <a:ext cx="5667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Exposição online para clientes.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447157"/>
            <a:ext cx="8667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US01 • EP01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5350" y="3447157"/>
            <a:ext cx="12477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Prioridade Alta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3447157"/>
            <a:ext cx="9239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2400E"/>
                </a:solidFill>
                <a:latin typeface="Plus Jakarta Sans"/>
              </a:rPr>
              <a:t>US05 • EP04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0800" y="3447157"/>
            <a:ext cx="13430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Prioridade Baixa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95737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814637"/>
            <a:ext cx="38100" cy="99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995737"/>
            <a:ext cx="38100" cy="990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2090737"/>
            <a:ext cx="532447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100262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PARTE 1 — PEDRO LUCAS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Critérios de Aceite e Protótipo: CRM e Vitrine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043237"/>
            <a:ext cx="631328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Critério de Aceite (US01)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357562"/>
            <a:ext cx="6012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Substituição total da comunicação informal.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224337"/>
            <a:ext cx="631328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Resultado Esperado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538662"/>
            <a:ext cx="6012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Informações centralizadas para resolução operacional.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86100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95637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86100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362325"/>
            <a:ext cx="1038225" cy="2476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3471862"/>
            <a:ext cx="1047750" cy="2476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3362325"/>
            <a:ext cx="1047750" cy="2476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PARTE 2 — PEDRO HENRIQUE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Gestão de Reservas e Contratos Digitais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400425"/>
            <a:ext cx="904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US02 • EP02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24275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Calendário Interativo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38600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Agendamento sem conflitos de horários.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3925" y="3509962"/>
            <a:ext cx="914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US03 • EP02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833812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Gestão de Espaços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148137"/>
            <a:ext cx="369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Controle total de disponibilidade.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725" y="3400425"/>
            <a:ext cx="914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US06 • EP05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724275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Checkout &amp; 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038600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Pagamento online e assinatura digital.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76975" y="2814637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6975" y="3995737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76975" y="2814637"/>
            <a:ext cx="38100" cy="99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76975" y="3995737"/>
            <a:ext cx="38100" cy="990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90737"/>
            <a:ext cx="532447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00262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PARTE 2 — PEDRO HENRIQUE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Critérios de Aceite e Checkout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043237"/>
            <a:ext cx="56483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Validação de Horários (US02)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357562"/>
            <a:ext cx="56483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Bloqueio automático de sobreposição de datas.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4224337"/>
            <a:ext cx="56483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Confirmação de Reserva (US06)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4538662"/>
            <a:ext cx="56483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Status "Confirmado" após liquidação e contrato.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86100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86100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86100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362325"/>
            <a:ext cx="1057275" cy="2476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3362325"/>
            <a:ext cx="1038225" cy="2476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3362325"/>
            <a:ext cx="1047750" cy="2476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PARTE 3 — CESAR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Painéis, Avaliações e Central de Notificações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400425"/>
            <a:ext cx="9239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2400E"/>
                </a:solidFill>
                <a:latin typeface="Plus Jakarta Sans"/>
              </a:rPr>
              <a:t>US04 • EP03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24275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Painéis de Controle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38600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Métricas financeiras e taxa de ocupação.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3925" y="3400425"/>
            <a:ext cx="904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2400E"/>
                </a:solidFill>
                <a:latin typeface="Plus Jakarta Sans"/>
              </a:rPr>
              <a:t>US07 • EP06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724275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Avaliação do Espaço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038600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Notas e comentários para histórico de reputação.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725" y="3400425"/>
            <a:ext cx="914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US08 • EP07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724275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Lembretes Automáticos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038600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Alertas pré-evento para redução de no-show.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95737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814637"/>
            <a:ext cx="38100" cy="99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995737"/>
            <a:ext cx="38100" cy="990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2090737"/>
            <a:ext cx="532447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100262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PARTE 3 — CESAR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Critérios de Aceite e Dashboards de Gestão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043237"/>
            <a:ext cx="631328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Liberação Pós-Evento (US07)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357562"/>
            <a:ext cx="6012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Avaliação permitida apenas para reservas concluídas.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224337"/>
            <a:ext cx="631328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Disparo de Lembrete (US08)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538662"/>
            <a:ext cx="6012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Mensagem e-mail/SMS enviada 24 horas antes.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95637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95637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95637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471862"/>
            <a:ext cx="1047750" cy="2476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3471862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3471862"/>
            <a:ext cx="981075" cy="24765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PARTE 4 — KELLYSON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Layouts 3D, Inteligência Artificial e ESG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509962"/>
            <a:ext cx="914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US09 • EP08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833812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Simulação Planta 3D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148137"/>
            <a:ext cx="369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Arranjo virtual de móveis e palco.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3925" y="3509962"/>
            <a:ext cx="876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US13 • EP09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833812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Precificação Dinâmica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148137"/>
            <a:ext cx="369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Ajuste inteligente de tarifas por 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725" y="3509962"/>
            <a:ext cx="847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US17 • EP10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33812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Pegada de Carbono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148137"/>
            <a:ext cx="369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Cálculo de CO2 e EcoEvent Index.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76975" y="2814637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6975" y="3995737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76975" y="2814637"/>
            <a:ext cx="38100" cy="99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76975" y="3995737"/>
            <a:ext cx="38100" cy="990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90737"/>
            <a:ext cx="532447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00262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PARTE 4 — KELLYSON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Critérios de Aceite e Protótipo 3D / EcoEvent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043237"/>
            <a:ext cx="56483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Desempenho 3D (US09)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357562"/>
            <a:ext cx="56483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Renderização em menos de 3s e validação de emergência.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4224337"/>
            <a:ext cx="56483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Cálculo de CO2 (US17)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4538662"/>
            <a:ext cx="56483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Estimativa automática e opção de neutralização.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9887"/>
            <a:ext cx="5391150" cy="89535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909887"/>
            <a:ext cx="5391150" cy="89535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95737"/>
            <a:ext cx="5391150" cy="89535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995737"/>
            <a:ext cx="5391150" cy="89535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GARANTIA DE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Definition of Done (DoD)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109912"/>
            <a:ext cx="65508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Código &amp; Testes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386137"/>
            <a:ext cx="6238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Desenvolvimento conforme US e testes sem erros.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275" y="3109912"/>
            <a:ext cx="5800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APIs &amp;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3386137"/>
            <a:ext cx="5800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Gateways e assinaturas testadas em sandbox.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195762"/>
            <a:ext cx="65508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LGPD &amp; WebGL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471987"/>
            <a:ext cx="6238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Criptografia LGPD e alta performance 3D móvel.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4195762"/>
            <a:ext cx="5800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WCAG &amp; ISO 14064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4471987"/>
            <a:ext cx="5800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Acessibilidade AA e cálculos ambientais ISO.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3325" y="4381500"/>
            <a:ext cx="4705350" cy="619125"/>
          </a:xfrm>
          <a:prstGeom prst="roundRect">
            <a:avLst>
              <a:gd name="adj" fmla="val 184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5737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028825"/>
            <a:ext cx="3333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58307" y="2695575"/>
            <a:ext cx="3075384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42900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Abertura para perguntas, considerações sobre os critérios de aceite e protótipos.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5687" y="4581525"/>
            <a:ext cx="5000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Plus Jakarta Sans"/>
              </a:rPr>
              <a:t>Pedro Lucas • Pedro Henrique • Cesar • Kellyson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44598B53C01F43923D11C7776CAEE1" ma:contentTypeVersion="4" ma:contentTypeDescription="Create a new document." ma:contentTypeScope="" ma:versionID="34e0c0aad75f431b5e0c48465bc0b550">
  <xsd:schema xmlns:xsd="http://www.w3.org/2001/XMLSchema" xmlns:xs="http://www.w3.org/2001/XMLSchema" xmlns:p="http://schemas.microsoft.com/office/2006/metadata/properties" xmlns:ns3="c00e2b9b-9f87-4a2e-9858-1d0088beadac" targetNamespace="http://schemas.microsoft.com/office/2006/metadata/properties" ma:root="true" ma:fieldsID="c75984cbba1203ffb98e8391f9efa2f6" ns3:_="">
    <xsd:import namespace="c00e2b9b-9f87-4a2e-9858-1d0088bead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0e2b9b-9f87-4a2e-9858-1d0088bead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3B4C5A-1474-474C-8E72-64832E8C79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83EB94-5D7B-49AC-A9B0-DBC53F4711A8}">
  <ds:schemaRefs>
    <ds:schemaRef ds:uri="http://schemas.microsoft.com/office/infopath/2007/PartnerControls"/>
    <ds:schemaRef ds:uri="http://purl.org/dc/terms/"/>
    <ds:schemaRef ds:uri="c00e2b9b-9f87-4a2e-9858-1d0088beadac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B039B21-6A43-465D-89F3-FE88744296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0e2b9b-9f87-4a2e-9858-1d0088bead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502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Calibri</vt:lpstr>
      <vt:lpstr>Plus Jakarta Sans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Lucas Amaral Nunes</cp:lastModifiedBy>
  <cp:revision>3</cp:revision>
  <dcterms:created xsi:type="dcterms:W3CDTF">2013-01-27T09:14:16Z</dcterms:created>
  <dcterms:modified xsi:type="dcterms:W3CDTF">2026-10-07T11:22:05Z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0x0101005A44598B53C01F43923D11C7776CAEE1</vt:lpwstr>
  </property>
</Properties>
</file>